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9C182D-9CC9-E612-CAE7-959BDA3C8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4F0D62C-14A2-247F-6498-058159D72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7DC104-E353-E3AB-7F50-924307630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07/10/2022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4405FA-288D-C38F-3DBA-E71AF6617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54636E-17D4-B40D-6652-6B180D73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332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DF7E24-3164-E9D4-9A63-611D6E1C7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5F4474-E0AF-679C-2303-4993866A1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7083D0-0DA1-432C-4D64-99DC7ED10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07/10/2022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6DBE87-1CE6-82A7-1882-B14C3B79A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9B468D-4D65-8FA3-1C1B-CE795D64A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221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8BC4CF-80E9-0A9F-9C36-2BA25BDA5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44EF00-027E-EDF1-41D7-45BA68DC3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A7C046-33AE-49B9-4D5D-CCF151641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07/10/2022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4AB148-AC29-F202-72E8-6E4923C14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18988B-B874-2D0A-EB66-4254A3B7E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1835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444C42-5411-DD78-6EEB-CF7E59E58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7A96EA-84EA-326E-C740-39ED6CAEE7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1B5CFD2-38DC-5819-9489-F6077C9F2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FCBC74-142F-EBBF-1F10-3EDCF0CA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07/10/2022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2B63D9-6109-B7A7-2729-C9E26CFF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D45E2C5-3716-86BC-6144-42E1AAD55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4943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2FE069-6BDF-BCFD-7DA9-4B95ADC07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6BC269-E1A1-2BA1-1D5F-EB0D17CA2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2FEED5C-0F0B-B65E-68E8-A02998503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197FB50-9A2F-31E2-B3F2-65227A9D5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CA96B0A-8A12-4BB5-487D-12D724975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ED94A80-C019-FF50-37C9-13992C6F3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07/10/2022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A46FA80-8C04-E960-A0F9-8F0D09DFD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84DB1CA-1F08-B777-8658-5B8371A9C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6490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F6247D-7EF3-A9E0-1D3D-BCCB34C8A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D35A442-429B-BDD9-7C0A-F6E4208EC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07/10/2022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E3561B-FAD6-8857-7824-A8A58E629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1B9F94D-604F-90BA-4AA6-53EEA64A8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038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2D8A5A9-9D92-5FB4-6DE5-F69275ECD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07/10/2022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D174317-9F2E-5EA3-13CD-239823E0F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F48A8B-38BD-ACB4-5BAF-EEA324D4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956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2F78F5-3547-1C56-842D-5061C3295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07A78A-FF95-9559-BDAF-1C7F21043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D72D2BF-6F4B-6C5E-C7F4-7B0C979B5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6CB7E34-C40E-7E24-DCFC-A7C98EFAA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07/10/2022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EF5E623-8EC8-09A6-CAB2-A326F40FB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05A8E7-F86D-C3FE-449F-F38023647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650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3C59BE-3368-55F3-39DD-948499B9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3BC343E-712E-F0A7-F787-108DE9FC2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E7603F-4C94-34C6-6A72-D9A02D10E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A4AF22-B618-0E1C-DB54-E7592F54D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07/10/2022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CD9B4E-CAAC-46D2-9EB8-D7357AF62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206ABEF-20EC-A7A0-F00D-364A901C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0274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4E64B5-3148-F7B5-6A36-687D3535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B14232E-A21C-F538-29AF-E19A68AEC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17287E-C2E4-DB87-C1EA-EB05F6D9B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07/10/2022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81BAE-5769-8BB3-2C65-120D7F3CA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96A4BB-D696-5438-5B77-2D31FCC4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4277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FA698F-FE0B-BAF7-E5F9-0C8AA444A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FBF76B-EB59-1567-F2C4-7970C3D94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4F37DE-4316-EE52-B995-62FA8FB00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07/10/2022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46F92A-4016-9F1C-1A63-D9521EC7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F90D0D-4C70-8C78-E784-B2683EA4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3450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73B2F54-1AC1-5F5D-7FDE-AA84D59F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8F3A83-8738-6ECE-9A84-F11FFEB80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0D3C97-41F7-3F56-248F-298BBDB93F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2F747-DA9A-4BDE-9E3B-F668D447A83E}" type="datetimeFigureOut">
              <a:rPr lang="fr-FR" smtClean="0"/>
              <a:t>07/10/2022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BA4F38-2C3C-6CDC-88B0-4E99D3A93D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D806C8-19C3-FF72-B43E-E288F7FC8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386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99BB544-AC23-1336-A482-32229499597A}"/>
              </a:ext>
            </a:extLst>
          </p:cNvPr>
          <p:cNvSpPr txBox="1"/>
          <p:nvPr/>
        </p:nvSpPr>
        <p:spPr>
          <a:xfrm>
            <a:off x="2476500" y="2865735"/>
            <a:ext cx="1402948" cy="4616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badi" panose="020B0604020104020204" pitchFamily="34" charset="0"/>
              </a:rPr>
              <a:t>examples</a:t>
            </a:r>
            <a:endParaRPr lang="fr-FR" sz="2400" dirty="0">
              <a:latin typeface="Abadi" panose="020B0604020104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49BE9A3-3B2E-9105-63A9-FD10E40F2846}"/>
              </a:ext>
            </a:extLst>
          </p:cNvPr>
          <p:cNvSpPr txBox="1"/>
          <p:nvPr/>
        </p:nvSpPr>
        <p:spPr>
          <a:xfrm>
            <a:off x="4445000" y="2865735"/>
            <a:ext cx="1534394" cy="46166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badi" panose="020B0604020104020204" pitchFamily="34" charset="0"/>
              </a:rPr>
              <a:t>watershed</a:t>
            </a:r>
            <a:endParaRPr lang="fr-FR" sz="2400" dirty="0">
              <a:latin typeface="Abadi" panose="020B0604020104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BB92E4B-C618-1127-3F00-C44F1D54E1DC}"/>
              </a:ext>
            </a:extLst>
          </p:cNvPr>
          <p:cNvSpPr txBox="1"/>
          <p:nvPr/>
        </p:nvSpPr>
        <p:spPr>
          <a:xfrm>
            <a:off x="6687821" y="2865735"/>
            <a:ext cx="2557110" cy="4616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badi" panose="020B0604020104020204" pitchFamily="34" charset="0"/>
              </a:rPr>
              <a:t>groundwater_flow</a:t>
            </a:r>
            <a:endParaRPr lang="fr-FR" sz="2400" dirty="0">
              <a:latin typeface="Abadi" panose="020B0604020104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782A93E-F12A-7390-9C4E-C7881BFEBE9D}"/>
              </a:ext>
            </a:extLst>
          </p:cNvPr>
          <p:cNvSpPr txBox="1"/>
          <p:nvPr/>
        </p:nvSpPr>
        <p:spPr>
          <a:xfrm>
            <a:off x="8529114" y="3773585"/>
            <a:ext cx="1813317" cy="4616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badi" panose="020B0604020104020204" pitchFamily="34" charset="0"/>
              </a:rPr>
              <a:t>surface_flow</a:t>
            </a:r>
            <a:endParaRPr lang="fr-FR" sz="2400" dirty="0">
              <a:latin typeface="Abadi" panose="020B0604020104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AE91808-2D59-61EE-72A1-D183B94C4C2D}"/>
              </a:ext>
            </a:extLst>
          </p:cNvPr>
          <p:cNvSpPr txBox="1"/>
          <p:nvPr/>
        </p:nvSpPr>
        <p:spPr>
          <a:xfrm>
            <a:off x="8926572" y="1767093"/>
            <a:ext cx="1553630" cy="4616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Abadi" panose="020B0604020104020204" pitchFamily="34" charset="0"/>
              </a:rPr>
              <a:t>calibration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675CB72-4B45-9491-797B-CB8D7EF4E84C}"/>
              </a:ext>
            </a:extLst>
          </p:cNvPr>
          <p:cNvSpPr txBox="1"/>
          <p:nvPr/>
        </p:nvSpPr>
        <p:spPr>
          <a:xfrm>
            <a:off x="5782972" y="1760835"/>
            <a:ext cx="832279" cy="4616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badi" panose="020B0604020104020204" pitchFamily="34" charset="0"/>
              </a:rPr>
              <a:t>tools</a:t>
            </a:r>
            <a:endParaRPr lang="fr-FR" sz="2400" dirty="0">
              <a:latin typeface="Abadi" panose="020B0604020104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C0938CF-D120-036A-8002-347A0199B2B8}"/>
              </a:ext>
            </a:extLst>
          </p:cNvPr>
          <p:cNvSpPr txBox="1"/>
          <p:nvPr/>
        </p:nvSpPr>
        <p:spPr>
          <a:xfrm>
            <a:off x="360404" y="1722736"/>
            <a:ext cx="1252266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badi" panose="020B0604020104020204" pitchFamily="34" charset="0"/>
              </a:rPr>
              <a:t>diagram</a:t>
            </a:r>
            <a:endParaRPr lang="fr-FR" sz="2400" dirty="0">
              <a:latin typeface="Abadi" panose="020B06040201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601C86D-7E33-8A89-FBAD-8C6CF680AC65}"/>
              </a:ext>
            </a:extLst>
          </p:cNvPr>
          <p:cNvSpPr txBox="1"/>
          <p:nvPr/>
        </p:nvSpPr>
        <p:spPr>
          <a:xfrm>
            <a:off x="2524589" y="4112567"/>
            <a:ext cx="1306768" cy="4616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Abadi" panose="020B0604020104020204" pitchFamily="34" charset="0"/>
              </a:rPr>
              <a:t>interface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B0F3538-1155-2D90-B1EA-26117A5B1070}"/>
              </a:ext>
            </a:extLst>
          </p:cNvPr>
          <p:cNvSpPr txBox="1"/>
          <p:nvPr/>
        </p:nvSpPr>
        <p:spPr>
          <a:xfrm>
            <a:off x="3389082" y="1823533"/>
            <a:ext cx="61747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6">
                    <a:lumMod val="50000"/>
                  </a:schemeClr>
                </a:solidFill>
                <a:latin typeface="Abadi" panose="020B0604020104020204" pitchFamily="34" charset="0"/>
              </a:rPr>
              <a:t>data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47CEE9B-8E8C-B086-1B8B-43491D4D95CE}"/>
              </a:ext>
            </a:extLst>
          </p:cNvPr>
          <p:cNvSpPr txBox="1"/>
          <p:nvPr/>
        </p:nvSpPr>
        <p:spPr>
          <a:xfrm>
            <a:off x="710350" y="2865734"/>
            <a:ext cx="1162498" cy="4616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badi" panose="020B0604020104020204" pitchFamily="34" charset="0"/>
              </a:rPr>
              <a:t>readme</a:t>
            </a:r>
            <a:endParaRPr lang="fr-FR" sz="2400" dirty="0">
              <a:latin typeface="Abadi" panose="020B0604020104020204" pitchFamily="34" charset="0"/>
            </a:endParaRP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4A378572-F8FA-D5EE-90A1-540734CF739E}"/>
              </a:ext>
            </a:extLst>
          </p:cNvPr>
          <p:cNvCxnSpPr>
            <a:cxnSpLocks/>
          </p:cNvCxnSpPr>
          <p:nvPr/>
        </p:nvCxnSpPr>
        <p:spPr>
          <a:xfrm>
            <a:off x="3184511" y="3656606"/>
            <a:ext cx="0" cy="3367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9DC9B579-73E4-2BA3-037A-A9CABB98A9FC}"/>
              </a:ext>
            </a:extLst>
          </p:cNvPr>
          <p:cNvCxnSpPr>
            <a:cxnSpLocks/>
          </p:cNvCxnSpPr>
          <p:nvPr/>
        </p:nvCxnSpPr>
        <p:spPr>
          <a:xfrm>
            <a:off x="3961794" y="3096566"/>
            <a:ext cx="40065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9012E7D0-18EB-2190-3AF1-AE4C4BB81F5C}"/>
              </a:ext>
            </a:extLst>
          </p:cNvPr>
          <p:cNvCxnSpPr>
            <a:cxnSpLocks/>
          </p:cNvCxnSpPr>
          <p:nvPr/>
        </p:nvCxnSpPr>
        <p:spPr>
          <a:xfrm>
            <a:off x="6096000" y="3096566"/>
            <a:ext cx="47625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E79BF9A4-996A-B470-7F67-C95895E6347E}"/>
              </a:ext>
            </a:extLst>
          </p:cNvPr>
          <p:cNvCxnSpPr>
            <a:cxnSpLocks/>
          </p:cNvCxnSpPr>
          <p:nvPr/>
        </p:nvCxnSpPr>
        <p:spPr>
          <a:xfrm>
            <a:off x="3697820" y="2269011"/>
            <a:ext cx="0" cy="4308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DE339F96-92CB-B13F-5C15-786186EDDE97}"/>
              </a:ext>
            </a:extLst>
          </p:cNvPr>
          <p:cNvCxnSpPr>
            <a:cxnSpLocks/>
          </p:cNvCxnSpPr>
          <p:nvPr/>
        </p:nvCxnSpPr>
        <p:spPr>
          <a:xfrm flipH="1">
            <a:off x="5410891" y="2332980"/>
            <a:ext cx="372081" cy="4191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8CE07117-8A29-67B9-3D90-FD6F6F57227B}"/>
              </a:ext>
            </a:extLst>
          </p:cNvPr>
          <p:cNvCxnSpPr>
            <a:cxnSpLocks/>
          </p:cNvCxnSpPr>
          <p:nvPr/>
        </p:nvCxnSpPr>
        <p:spPr>
          <a:xfrm>
            <a:off x="6615251" y="2355527"/>
            <a:ext cx="413152" cy="3771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0A10E3C0-6699-E4E0-EFAC-B984840F2FFC}"/>
              </a:ext>
            </a:extLst>
          </p:cNvPr>
          <p:cNvCxnSpPr>
            <a:cxnSpLocks/>
          </p:cNvCxnSpPr>
          <p:nvPr/>
        </p:nvCxnSpPr>
        <p:spPr>
          <a:xfrm>
            <a:off x="1980594" y="3096566"/>
            <a:ext cx="40065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BF0266B8-4A46-6063-4BFE-68EA176A0637}"/>
              </a:ext>
            </a:extLst>
          </p:cNvPr>
          <p:cNvCxnSpPr>
            <a:cxnSpLocks/>
          </p:cNvCxnSpPr>
          <p:nvPr/>
        </p:nvCxnSpPr>
        <p:spPr>
          <a:xfrm>
            <a:off x="7910651" y="3428032"/>
            <a:ext cx="413152" cy="3771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7FFA7614-533C-6DD5-A7C5-FF888A642A45}"/>
              </a:ext>
            </a:extLst>
          </p:cNvPr>
          <p:cNvCxnSpPr>
            <a:cxnSpLocks/>
          </p:cNvCxnSpPr>
          <p:nvPr/>
        </p:nvCxnSpPr>
        <p:spPr>
          <a:xfrm flipV="1">
            <a:off x="8556039" y="2402452"/>
            <a:ext cx="333583" cy="2931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42B0C44C-37F8-655A-B574-D05D37E52C4A}"/>
              </a:ext>
            </a:extLst>
          </p:cNvPr>
          <p:cNvSpPr txBox="1"/>
          <p:nvPr/>
        </p:nvSpPr>
        <p:spPr>
          <a:xfrm>
            <a:off x="1983149" y="2286750"/>
            <a:ext cx="16353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i="1" dirty="0"/>
              <a:t>Input data : </a:t>
            </a:r>
            <a:r>
              <a:rPr lang="fr-FR" sz="1100" i="1" dirty="0" err="1"/>
              <a:t>HydroDataPy</a:t>
            </a:r>
            <a:endParaRPr lang="fr-FR" sz="1100" i="1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8F53F3B4-1AE8-B408-80E0-E42FFE772245}"/>
              </a:ext>
            </a:extLst>
          </p:cNvPr>
          <p:cNvSpPr txBox="1"/>
          <p:nvPr/>
        </p:nvSpPr>
        <p:spPr>
          <a:xfrm>
            <a:off x="646230" y="3373357"/>
            <a:ext cx="12907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i="1" dirty="0"/>
              <a:t>Installation</a:t>
            </a:r>
          </a:p>
          <a:p>
            <a:r>
              <a:rPr lang="fr-FR" sz="1100" i="1" dirty="0" err="1"/>
              <a:t>environnement.yml</a:t>
            </a:r>
            <a:endParaRPr lang="fr-FR" sz="1100" i="1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2813A855-8454-2B8C-154B-09503E3680E3}"/>
              </a:ext>
            </a:extLst>
          </p:cNvPr>
          <p:cNvSpPr txBox="1"/>
          <p:nvPr/>
        </p:nvSpPr>
        <p:spPr>
          <a:xfrm>
            <a:off x="3879447" y="4127955"/>
            <a:ext cx="12109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In </a:t>
            </a:r>
            <a:r>
              <a:rPr lang="fr-FR" sz="1100" i="1" dirty="0" err="1"/>
              <a:t>devlopment</a:t>
            </a:r>
            <a:r>
              <a:rPr lang="fr-FR" sz="1100" i="1" dirty="0"/>
              <a:t> to launch </a:t>
            </a:r>
            <a:r>
              <a:rPr lang="fr-FR" sz="1100" i="1" dirty="0" err="1"/>
              <a:t>models</a:t>
            </a:r>
            <a:endParaRPr lang="fr-FR" sz="1100" i="1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74187D35-2133-BBD7-D32B-774ED78CFD18}"/>
              </a:ext>
            </a:extLst>
          </p:cNvPr>
          <p:cNvSpPr txBox="1"/>
          <p:nvPr/>
        </p:nvSpPr>
        <p:spPr>
          <a:xfrm>
            <a:off x="2718018" y="3350651"/>
            <a:ext cx="12109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Launch codes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2ECDEBFD-78F9-9DDC-D6A1-B85D839A1E09}"/>
              </a:ext>
            </a:extLst>
          </p:cNvPr>
          <p:cNvSpPr txBox="1"/>
          <p:nvPr/>
        </p:nvSpPr>
        <p:spPr>
          <a:xfrm>
            <a:off x="4329924" y="3348110"/>
            <a:ext cx="25061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Data at </a:t>
            </a:r>
            <a:r>
              <a:rPr lang="fr-FR" sz="1100" i="1" dirty="0" err="1"/>
              <a:t>catchment</a:t>
            </a:r>
            <a:r>
              <a:rPr lang="fr-FR" sz="1100" i="1" dirty="0"/>
              <a:t> </a:t>
            </a:r>
            <a:r>
              <a:rPr lang="fr-FR" sz="1100" i="1" dirty="0" err="1"/>
              <a:t>scale</a:t>
            </a:r>
            <a:endParaRPr lang="fr-FR" sz="1100" i="1" dirty="0"/>
          </a:p>
          <a:p>
            <a:r>
              <a:rPr lang="fr-FR" sz="1100" i="1" dirty="0" err="1"/>
              <a:t>Parametrization</a:t>
            </a:r>
            <a:endParaRPr lang="fr-FR" sz="1100" i="1" dirty="0"/>
          </a:p>
          <a:p>
            <a:r>
              <a:rPr lang="fr-FR" sz="1100" i="1" dirty="0"/>
              <a:t>Permit to run </a:t>
            </a:r>
            <a:r>
              <a:rPr lang="fr-FR" sz="1100" i="1" dirty="0" err="1"/>
              <a:t>groundwater</a:t>
            </a:r>
            <a:r>
              <a:rPr lang="fr-FR" sz="1100" i="1" dirty="0"/>
              <a:t> flow </a:t>
            </a:r>
            <a:r>
              <a:rPr lang="fr-FR" sz="1100" i="1" dirty="0" err="1"/>
              <a:t>models</a:t>
            </a:r>
            <a:endParaRPr lang="fr-FR" sz="1100" i="1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12F0B7B1-0633-2665-CAE6-D74218A6F078}"/>
              </a:ext>
            </a:extLst>
          </p:cNvPr>
          <p:cNvSpPr txBox="1"/>
          <p:nvPr/>
        </p:nvSpPr>
        <p:spPr>
          <a:xfrm>
            <a:off x="7248967" y="2402452"/>
            <a:ext cx="12801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MODFLOW </a:t>
            </a:r>
            <a:r>
              <a:rPr lang="fr-FR" sz="1100" i="1" dirty="0" err="1"/>
              <a:t>Flopy</a:t>
            </a:r>
            <a:endParaRPr lang="fr-FR" sz="1100" i="1" dirty="0"/>
          </a:p>
          <a:p>
            <a:r>
              <a:rPr lang="fr-FR" sz="1100" i="1" dirty="0"/>
              <a:t>Post-</a:t>
            </a:r>
            <a:r>
              <a:rPr lang="fr-FR" sz="1100" i="1" dirty="0" err="1"/>
              <a:t>processing</a:t>
            </a:r>
            <a:endParaRPr lang="fr-FR" sz="1100" i="1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3DFFFE2-D92C-82E5-AC7E-1A30B1ADCE7B}"/>
              </a:ext>
            </a:extLst>
          </p:cNvPr>
          <p:cNvSpPr txBox="1"/>
          <p:nvPr/>
        </p:nvSpPr>
        <p:spPr>
          <a:xfrm>
            <a:off x="7764059" y="1846698"/>
            <a:ext cx="15301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Multi-objective 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396EDB6B-9BF6-6B68-8267-4A24D466D4CC}"/>
              </a:ext>
            </a:extLst>
          </p:cNvPr>
          <p:cNvSpPr txBox="1"/>
          <p:nvPr/>
        </p:nvSpPr>
        <p:spPr>
          <a:xfrm>
            <a:off x="4706052" y="1850725"/>
            <a:ext cx="15301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Simple </a:t>
            </a:r>
            <a:r>
              <a:rPr lang="fr-FR" sz="1100" i="1" dirty="0" err="1"/>
              <a:t>toolbox</a:t>
            </a:r>
            <a:endParaRPr lang="fr-FR" sz="1100" i="1" dirty="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2C0F197E-7FF9-1C82-93A3-2F3326F2E570}"/>
              </a:ext>
            </a:extLst>
          </p:cNvPr>
          <p:cNvSpPr txBox="1"/>
          <p:nvPr/>
        </p:nvSpPr>
        <p:spPr>
          <a:xfrm>
            <a:off x="8926572" y="4252077"/>
            <a:ext cx="25061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/>
              <a:t>Routing</a:t>
            </a:r>
            <a:r>
              <a:rPr lang="fr-FR" sz="1100" i="1" dirty="0"/>
              <a:t> </a:t>
            </a:r>
            <a:r>
              <a:rPr lang="fr-FR" sz="1100" i="1" dirty="0" err="1"/>
              <a:t>runoff</a:t>
            </a:r>
            <a:endParaRPr lang="fr-FR" sz="1100" i="1" dirty="0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F096C1F6-BACF-85E3-B6FC-FFBEB91E8E84}"/>
              </a:ext>
            </a:extLst>
          </p:cNvPr>
          <p:cNvSpPr txBox="1"/>
          <p:nvPr/>
        </p:nvSpPr>
        <p:spPr>
          <a:xfrm>
            <a:off x="7533864" y="3542634"/>
            <a:ext cx="25061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/>
              <a:t>Results</a:t>
            </a:r>
            <a:endParaRPr lang="fr-FR" sz="1100" i="1" dirty="0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4F3C6B93-6600-0F4D-43CD-B95ED606966A}"/>
              </a:ext>
            </a:extLst>
          </p:cNvPr>
          <p:cNvSpPr/>
          <p:nvPr/>
        </p:nvSpPr>
        <p:spPr>
          <a:xfrm>
            <a:off x="4358992" y="2725961"/>
            <a:ext cx="258839" cy="2588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A3FFE67A-5624-C58A-6B0E-D7B3EC44616E}"/>
              </a:ext>
            </a:extLst>
          </p:cNvPr>
          <p:cNvSpPr/>
          <p:nvPr/>
        </p:nvSpPr>
        <p:spPr>
          <a:xfrm>
            <a:off x="9115511" y="2684458"/>
            <a:ext cx="258839" cy="2588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37683AEE-0404-EB1E-5B10-1743A9152892}"/>
              </a:ext>
            </a:extLst>
          </p:cNvPr>
          <p:cNvSpPr/>
          <p:nvPr/>
        </p:nvSpPr>
        <p:spPr>
          <a:xfrm>
            <a:off x="10221362" y="3648192"/>
            <a:ext cx="258839" cy="2588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D506E5DE-0E36-A5E6-3270-FBB7234B4DE0}"/>
              </a:ext>
            </a:extLst>
          </p:cNvPr>
          <p:cNvSpPr/>
          <p:nvPr/>
        </p:nvSpPr>
        <p:spPr>
          <a:xfrm>
            <a:off x="10350782" y="1664578"/>
            <a:ext cx="258839" cy="2588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727082E5-29BB-F741-3C1A-ED9C172758ED}"/>
              </a:ext>
            </a:extLst>
          </p:cNvPr>
          <p:cNvSpPr/>
          <p:nvPr/>
        </p:nvSpPr>
        <p:spPr>
          <a:xfrm>
            <a:off x="2347006" y="2732707"/>
            <a:ext cx="258839" cy="2588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0D46570C-E4B1-EBC1-DC20-7445338F4414}"/>
              </a:ext>
            </a:extLst>
          </p:cNvPr>
          <p:cNvSpPr/>
          <p:nvPr/>
        </p:nvSpPr>
        <p:spPr>
          <a:xfrm>
            <a:off x="560531" y="2732707"/>
            <a:ext cx="258839" cy="2588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D113B79F-4775-B458-45A4-8D7F5FCFC564}"/>
              </a:ext>
            </a:extLst>
          </p:cNvPr>
          <p:cNvSpPr/>
          <p:nvPr/>
        </p:nvSpPr>
        <p:spPr>
          <a:xfrm>
            <a:off x="6519601" y="1648780"/>
            <a:ext cx="258839" cy="2588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4F523C29-0E59-E7A4-3296-E8226B15A84A}"/>
              </a:ext>
            </a:extLst>
          </p:cNvPr>
          <p:cNvSpPr/>
          <p:nvPr/>
        </p:nvSpPr>
        <p:spPr>
          <a:xfrm>
            <a:off x="3690885" y="3983147"/>
            <a:ext cx="258839" cy="2588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B9E4B640-129B-9A25-122B-DF67928E836A}"/>
              </a:ext>
            </a:extLst>
          </p:cNvPr>
          <p:cNvSpPr/>
          <p:nvPr/>
        </p:nvSpPr>
        <p:spPr>
          <a:xfrm>
            <a:off x="1483249" y="1631415"/>
            <a:ext cx="258839" cy="2588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194953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58</Words>
  <Application>Microsoft Office PowerPoint</Application>
  <PresentationFormat>Grand écran</PresentationFormat>
  <Paragraphs>33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Abadi</vt:lpstr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Ronan Abherve</dc:creator>
  <cp:lastModifiedBy>Ronan Abherve</cp:lastModifiedBy>
  <cp:revision>6</cp:revision>
  <dcterms:created xsi:type="dcterms:W3CDTF">2022-10-07T09:04:03Z</dcterms:created>
  <dcterms:modified xsi:type="dcterms:W3CDTF">2022-10-07T09:29:07Z</dcterms:modified>
</cp:coreProperties>
</file>